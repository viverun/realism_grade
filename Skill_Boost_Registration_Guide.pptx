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Link highlight box"/>
          <p:cNvSpPr/>
          <p:nvPr/>
        </p:nvSpPr>
        <p:spPr>
          <a:xfrm>
            <a:off x="7955279" y="3054096"/>
            <a:ext cx="1856231" cy="18288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Form title highlight box"/>
          <p:cNvSpPr/>
          <p:nvPr/>
        </p:nvSpPr>
        <p:spPr>
          <a:xfrm>
            <a:off x="7863840" y="2944368"/>
            <a:ext cx="2670048" cy="548640"/>
          </a:xfrm>
          <a:prstGeom prst="roundRect">
            <a:avLst>
              <a:gd name="adj" fmla="val 8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215391" y="4462598"/>
            <a:ext cx="2028212" cy="275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052514" y="4978377"/>
            <a:ext cx="597217" cy="30248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448073" y="4377281"/>
            <a:ext cx="1155654" cy="28309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2903628"/>
            <a:ext cx="1737360" cy="22492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3721893"/>
            <a:ext cx="1415483" cy="33738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506244" y="4640988"/>
            <a:ext cx="1624896" cy="33738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GDG on Campus Organizer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the first option in the list,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10122" y="3120798"/>
            <a:ext cx="1462019" cy="32575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Your answer.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4105819"/>
            <a:ext cx="1737360" cy="21717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5063694"/>
            <a:ext cx="387803" cy="18226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676423"/>
            <a:ext cx="519656" cy="26370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3524113"/>
            <a:ext cx="496388" cy="18614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4765085"/>
            <a:ext cx="1737360" cy="193901"/>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149010"/>
            <a:ext cx="519656" cy="26758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7040880" y="2011680"/>
            <a:ext cx="4572000" cy="1197428"/>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7040880" y="3483428"/>
            <a:ext cx="4572000" cy="1991762"/>
          </a:xfrm>
          <a:prstGeom prst="roundRect">
            <a:avLst>
              <a:gd name="adj" fmla="val 4000"/>
            </a:avLst>
          </a:prstGeom>
          <a:ln w="12700">
            <a:solidFill>
              <a:srgbClr val="DADCE0"/>
            </a:solidFill>
          </a:ln>
        </p:spPr>
      </p:pic>
      <p:sp>
        <p:nvSpPr>
          <p:cNvPr id="100" name="Highlight box 1"/>
          <p:cNvSpPr/>
          <p:nvPr/>
        </p:nvSpPr>
        <p:spPr>
          <a:xfrm>
            <a:off x="7084422" y="2463437"/>
            <a:ext cx="4441371" cy="43542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181208" y="5031571"/>
            <a:ext cx="2181885" cy="21728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13 of 13: the last page of the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declare that the information you provided is true and correct to the best of your knowledge.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agree to complete the Learning Pathway on Google Skills in the given deadline.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your application rejected. Do not fill the form again later.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once all answers are correct. A copy of your responses is emailed to you.</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Congratulations</a:t>
            </a:r>
            <a:r>
              <a:rPr lang="en-US" sz="6400" b="1" i="0" dirty="0">
                <a:solidFill>
                  <a:srgbClr val="4285F4"/>
                </a:solidFill>
                <a:latin typeface="Google Sans" pitchFamily="34" charset="0"/>
                <a:ea typeface="Google Sans" pitchFamily="34" charset="-122"/>
                <a:cs typeface="Google Sans" pitchFamily="34" charset="-120"/>
              </a:rPr>
              <a:t>!</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Your form is submitted, </a:t>
            </a:r>
            <a:r>
              <a:rPr lang="en-US" sz="2200" b="1" dirty="0">
                <a:solidFill>
                  <a:srgbClr val="34A853"/>
                </a:solidFill>
                <a:latin typeface="Google Sans" pitchFamily="34" charset="0"/>
                <a:ea typeface="Google Sans" pitchFamily="34" charset="-122"/>
                <a:cs typeface="Google Sans" pitchFamily="34" charset="-120"/>
              </a:rPr>
              <a:t>now watch your inbox</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Thank you for enrolling! Submitting does not guarantee a seat, so watch your inbox, including spam, for the email from the Google Cloud team.</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Form submitted</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Check spam too</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Start the labs</a:t>
            </a:r>
            <a:endParaRPr lang="en-US" sz="12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