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presProps" Target="presProps.xml"/><Relationship Id="rId12" Type="http://schemas.openxmlformats.org/officeDocument/2006/relationships/font" Target="fonts/font1.fntdata"/><Relationship Id="rId17" Type="http://schemas.microsoft.com/office/2016/11/relationships/changesInfo" Target="changesInfos/changesInfo1.xml"/><Relationship Id="rId16" Type="http://schemas.openxmlformats.org/officeDocument/2006/relationships/tableStyles" Target="tableStyles.xml"/><Relationship Id="rId1" Type="http://schemas.openxmlformats.org/officeDocument/2006/relationships/slideMaster" Target="slideMasters/slideMaster1.xml"/><Relationship Id="rId11" Type="http://schemas.openxmlformats.org/officeDocument/2006/relationships/notesMaster" Target="notesMasters/notesMaster1.xml"/><Relationship Id="rId15" Type="http://schemas.openxmlformats.org/officeDocument/2006/relationships/theme" Target="theme/theme1.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anyone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23094" y="2711186"/>
            <a:ext cx="2977996" cy="1222438"/>
          </a:xfrm>
          <a:prstGeom prst="rect">
            <a:avLst/>
          </a:prstGeom>
          <a:noFill/>
          <a:ln w="19050">
            <a:solidFill>
              <a:srgbClr val="EA4335"/>
            </a:solidFill>
          </a:ln>
        </p:spPr>
        <p:txBody>
          <a:bodyPr/>
          <a:lstStyle/>
          <a:p>
            <a:endParaRPr lang="en-US"/>
          </a:p>
        </p:txBody>
      </p:sp>
      <p:sp>
        <p:nvSpPr>
          <p:cNvPr id="101" name="Highlight box 2"/>
          <p:cNvSpPr/>
          <p:nvPr/>
        </p:nvSpPr>
        <p:spPr>
          <a:xfrm>
            <a:off x="10811770" y="4286774"/>
            <a:ext cx="668946" cy="366732"/>
          </a:xfrm>
          <a:prstGeom prst="rect">
            <a:avLst/>
          </a:prstGeom>
          <a:noFill/>
          <a:ln w="190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ect">
            <a:avLst/>
          </a:prstGeom>
          <a:noFill/>
          <a:ln w="190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28575">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ect">
            <a:avLst/>
          </a:prstGeom>
          <a:noFill/>
          <a:ln w="190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28575">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scroll down to the Public visibility section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Scroll down to Public visibility, then tick the checkbox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ect">
            <a:avLst/>
          </a:prstGeom>
          <a:noFill/>
          <a:ln w="19050">
            <a:solidFill>
              <a:srgbClr val="EA4335"/>
            </a:solidFill>
          </a:ln>
        </p:spPr>
        <p:txBody>
          <a:bodyPr/>
          <a:lstStyle/>
          <a:p>
            <a:endParaRPr lang="en-US"/>
          </a:p>
        </p:txBody>
      </p:sp>
      <p:sp>
        <p:nvSpPr>
          <p:cNvPr id="101" name="Highlight box 2"/>
          <p:cNvSpPr/>
          <p:nvPr/>
        </p:nvSpPr>
        <p:spPr>
          <a:xfrm>
            <a:off x="6287516" y="5376672"/>
            <a:ext cx="865632" cy="345440"/>
          </a:xfrm>
          <a:prstGeom prst="rect">
            <a:avLst/>
          </a:prstGeom>
          <a:noFill/>
          <a:ln w="190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ect">
            <a:avLst/>
          </a:prstGeom>
          <a:noFill/>
          <a:ln w="190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ect">
            <a:avLst/>
          </a:prstGeom>
          <a:noFill/>
          <a:ln w="190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ect">
            <a:avLst/>
          </a:prstGeom>
          <a:noFill/>
          <a:ln w="19050">
            <a:solidFill>
              <a:srgbClr val="EA4335"/>
            </a:solidFill>
          </a:ln>
        </p:spPr>
        <p:txBody>
          <a:bodyPr/>
          <a:lstStyle/>
          <a:p>
            <a:endParaRPr lang="en-US"/>
          </a:p>
        </p:txBody>
      </p:sp>
      <p:sp>
        <p:nvSpPr>
          <p:cNvPr id="101" name="Highlight box 2"/>
          <p:cNvSpPr/>
          <p:nvPr/>
        </p:nvSpPr>
        <p:spPr>
          <a:xfrm>
            <a:off x="5890463" y="5431536"/>
            <a:ext cx="688442" cy="348691"/>
          </a:xfrm>
          <a:prstGeom prst="rect">
            <a:avLst/>
          </a:prstGeom>
          <a:noFill/>
          <a:ln w="190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ect">
            <a:avLst/>
          </a:prstGeom>
          <a:noFill/>
          <a:ln w="190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ect">
            <a:avLst/>
          </a:prstGeom>
          <a:noFill/>
          <a:ln w="19050">
            <a:solidFill>
              <a:srgbClr val="EA4335"/>
            </a:solidFill>
          </a:ln>
        </p:spPr>
        <p:txBody>
          <a:bodyPr/>
          <a:lstStyle/>
          <a:p>
            <a:endParaRPr lang="en-US"/>
          </a:p>
        </p:txBody>
      </p:sp>
      <p:sp>
        <p:nvSpPr>
          <p:cNvPr id="101" name="Highlight box 2"/>
          <p:cNvSpPr/>
          <p:nvPr/>
        </p:nvSpPr>
        <p:spPr>
          <a:xfrm>
            <a:off x="6051162" y="3711020"/>
            <a:ext cx="1932272" cy="460569"/>
          </a:xfrm>
          <a:prstGeom prst="rect">
            <a:avLst/>
          </a:prstGeom>
          <a:noFill/>
          <a:ln w="19050">
            <a:solidFill>
              <a:srgbClr val="EA4335"/>
            </a:solidFill>
          </a:ln>
        </p:spPr>
        <p:txBody>
          <a:bodyPr/>
          <a:lstStyle/>
          <a:p>
            <a:endParaRPr lang="en-US"/>
          </a:p>
        </p:txBody>
      </p:sp>
      <p:sp>
        <p:nvSpPr>
          <p:cNvPr id="102" name="Highlight box 3"/>
          <p:cNvSpPr/>
          <p:nvPr/>
        </p:nvSpPr>
        <p:spPr>
          <a:xfrm>
            <a:off x="6051162" y="4965673"/>
            <a:ext cx="2218142" cy="460569"/>
          </a:xfrm>
          <a:prstGeom prst="rect">
            <a:avLst/>
          </a:prstGeom>
          <a:noFill/>
          <a:ln w="190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ect">
            <a:avLst/>
          </a:prstGeom>
          <a:noFill/>
          <a:ln w="190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ect">
            <a:avLst/>
          </a:prstGeom>
          <a:noFill/>
          <a:ln w="19050">
            <a:solidFill>
              <a:srgbClr val="EA4335"/>
            </a:solidFill>
          </a:ln>
        </p:spPr>
        <p:txBody>
          <a:bodyPr/>
          <a:lstStyle/>
          <a:p>
            <a:endParaRPr lang="en-US"/>
          </a:p>
        </p:txBody>
      </p:sp>
      <p:sp>
        <p:nvSpPr>
          <p:cNvPr id="101" name="Highlight box 2"/>
          <p:cNvSpPr/>
          <p:nvPr/>
        </p:nvSpPr>
        <p:spPr>
          <a:xfrm>
            <a:off x="5955437" y="4530414"/>
            <a:ext cx="551145" cy="259038"/>
          </a:xfrm>
          <a:prstGeom prst="rect">
            <a:avLst/>
          </a:prstGeom>
          <a:noFill/>
          <a:ln w="19050">
            <a:solidFill>
              <a:srgbClr val="EA4335"/>
            </a:solidFill>
          </a:ln>
        </p:spPr>
        <p:txBody>
          <a:bodyPr/>
          <a:lstStyle/>
          <a:p>
            <a:endParaRPr lang="en-US"/>
          </a:p>
        </p:txBody>
      </p:sp>
      <p:sp>
        <p:nvSpPr>
          <p:cNvPr id="102" name="Highlight box 3"/>
          <p:cNvSpPr/>
          <p:nvPr/>
        </p:nvSpPr>
        <p:spPr>
          <a:xfrm>
            <a:off x="6528628" y="5401223"/>
            <a:ext cx="738535" cy="374779"/>
          </a:xfrm>
          <a:prstGeom prst="rect">
            <a:avLst/>
          </a:prstGeom>
          <a:noFill/>
          <a:ln w="190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ect">
            <a:avLst/>
          </a:prstGeom>
          <a:noFill/>
          <a:ln w="19050">
            <a:solidFill>
              <a:srgbClr val="EA4335"/>
            </a:solidFill>
          </a:ln>
        </p:spPr>
        <p:txBody>
          <a:bodyPr/>
          <a:lstStyle/>
          <a:p>
            <a:endParaRPr lang="en-US"/>
          </a:p>
        </p:txBody>
      </p:sp>
      <p:sp>
        <p:nvSpPr>
          <p:cNvPr id="101" name="Highlight box 2"/>
          <p:cNvSpPr/>
          <p:nvPr/>
        </p:nvSpPr>
        <p:spPr>
          <a:xfrm>
            <a:off x="5819176" y="4689402"/>
            <a:ext cx="2607869" cy="291057"/>
          </a:xfrm>
          <a:prstGeom prst="rect">
            <a:avLst/>
          </a:prstGeom>
          <a:noFill/>
          <a:ln w="19050">
            <a:solidFill>
              <a:srgbClr val="EA4335"/>
            </a:solidFill>
          </a:ln>
        </p:spPr>
        <p:txBody>
          <a:bodyPr/>
          <a:lstStyle/>
          <a:p>
            <a:endParaRPr lang="en-US"/>
          </a:p>
        </p:txBody>
      </p:sp>
      <p:sp>
        <p:nvSpPr>
          <p:cNvPr id="102" name="Highlight box 3"/>
          <p:cNvSpPr/>
          <p:nvPr/>
        </p:nvSpPr>
        <p:spPr>
          <a:xfrm>
            <a:off x="6424574" y="5265695"/>
            <a:ext cx="780032" cy="401658"/>
          </a:xfrm>
          <a:prstGeom prst="rect">
            <a:avLst/>
          </a:prstGeom>
          <a:noFill/>
          <a:ln w="190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ect">
            <a:avLst/>
          </a:prstGeom>
          <a:noFill/>
          <a:ln w="19050">
            <a:solidFill>
              <a:srgbClr val="EA4335"/>
            </a:solidFill>
          </a:ln>
        </p:spPr>
        <p:txBody>
          <a:bodyPr/>
          <a:lstStyle/>
          <a:p>
            <a:endParaRPr lang="en-US"/>
          </a:p>
        </p:txBody>
      </p:sp>
      <p:sp>
        <p:nvSpPr>
          <p:cNvPr id="101" name="Highlight box 2"/>
          <p:cNvSpPr/>
          <p:nvPr/>
        </p:nvSpPr>
        <p:spPr>
          <a:xfrm>
            <a:off x="5688338" y="5711107"/>
            <a:ext cx="2726361" cy="250962"/>
          </a:xfrm>
          <a:prstGeom prst="rect">
            <a:avLst/>
          </a:prstGeom>
          <a:noFill/>
          <a:ln w="190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Pages 7 to 12 need no input: just click Next until you reach page 13.</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ect">
            <a:avLst/>
          </a:prstGeom>
          <a:noFill/>
          <a:ln w="19050">
            <a:solidFill>
              <a:srgbClr val="EA4335"/>
            </a:solidFill>
          </a:ln>
        </p:spPr>
        <p:txBody>
          <a:bodyPr/>
          <a:lstStyle/>
          <a:p>
            <a:endParaRPr lang="en-US"/>
          </a:p>
        </p:txBody>
      </p:sp>
      <p:sp>
        <p:nvSpPr>
          <p:cNvPr id="101" name="Highlight box 2"/>
          <p:cNvSpPr/>
          <p:nvPr/>
        </p:nvSpPr>
        <p:spPr>
          <a:xfrm>
            <a:off x="6040379" y="4689402"/>
            <a:ext cx="954666" cy="279415"/>
          </a:xfrm>
          <a:prstGeom prst="rect">
            <a:avLst/>
          </a:prstGeom>
          <a:noFill/>
          <a:ln w="190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ect">
            <a:avLst/>
          </a:prstGeom>
          <a:noFill/>
          <a:ln w="19050">
            <a:solidFill>
              <a:srgbClr val="EA4335"/>
            </a:solidFill>
          </a:ln>
        </p:spPr>
        <p:txBody>
          <a:bodyPr/>
          <a:lstStyle/>
          <a:p>
            <a:endParaRPr lang="en-US"/>
          </a:p>
        </p:txBody>
      </p:sp>
      <p:sp>
        <p:nvSpPr>
          <p:cNvPr id="101" name="Highlight box 2"/>
          <p:cNvSpPr/>
          <p:nvPr/>
        </p:nvSpPr>
        <p:spPr>
          <a:xfrm>
            <a:off x="6346444" y="3017520"/>
            <a:ext cx="4269232" cy="648208"/>
          </a:xfrm>
          <a:prstGeom prst="rect">
            <a:avLst/>
          </a:prstGeom>
          <a:noFill/>
          <a:ln w="19050">
            <a:solidFill>
              <a:srgbClr val="EA4335"/>
            </a:solidFill>
          </a:ln>
        </p:spPr>
        <p:txBody>
          <a:bodyPr/>
          <a:lstStyle/>
          <a:p>
            <a:endParaRPr lang="en-US"/>
          </a:p>
        </p:txBody>
      </p:sp>
      <p:sp>
        <p:nvSpPr>
          <p:cNvPr id="102" name="Highlight box 3"/>
          <p:cNvSpPr/>
          <p:nvPr/>
        </p:nvSpPr>
        <p:spPr>
          <a:xfrm>
            <a:off x="6698488" y="5588000"/>
            <a:ext cx="754380" cy="312928"/>
          </a:xfrm>
          <a:prstGeom prst="rect">
            <a:avLst/>
          </a:prstGeom>
          <a:noFill/>
          <a:ln w="190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ect">
            <a:avLst/>
          </a:prstGeom>
          <a:noFill/>
          <a:ln w="19050">
            <a:solidFill>
              <a:srgbClr val="EA4335"/>
            </a:solidFill>
          </a:ln>
        </p:spPr>
        <p:txBody>
          <a:bodyPr/>
          <a:lstStyle/>
          <a:p>
            <a:endParaRPr lang="en-US"/>
          </a:p>
        </p:txBody>
      </p:sp>
      <p:sp>
        <p:nvSpPr>
          <p:cNvPr id="101" name="Highlight box 2"/>
          <p:cNvSpPr/>
          <p:nvPr/>
        </p:nvSpPr>
        <p:spPr>
          <a:xfrm>
            <a:off x="5632212" y="2775087"/>
            <a:ext cx="2232449" cy="173314"/>
          </a:xfrm>
          <a:prstGeom prst="rect">
            <a:avLst/>
          </a:prstGeom>
          <a:noFill/>
          <a:ln w="190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ect">
            <a:avLst/>
          </a:prstGeom>
          <a:noFill/>
          <a:ln w="19050">
            <a:solidFill>
              <a:srgbClr val="EA4335"/>
            </a:solidFill>
          </a:ln>
        </p:spPr>
        <p:txBody>
          <a:bodyPr/>
          <a:lstStyle/>
          <a:p>
            <a:endParaRPr lang="en-US"/>
          </a:p>
        </p:txBody>
      </p:sp>
      <p:sp>
        <p:nvSpPr>
          <p:cNvPr id="101" name="Highlight box 2"/>
          <p:cNvSpPr/>
          <p:nvPr/>
        </p:nvSpPr>
        <p:spPr>
          <a:xfrm>
            <a:off x="6223955" y="5680984"/>
            <a:ext cx="2199437" cy="278953"/>
          </a:xfrm>
          <a:prstGeom prst="rect">
            <a:avLst/>
          </a:prstGeom>
          <a:noFill/>
          <a:ln w="190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ect">
            <a:avLst/>
          </a:prstGeom>
          <a:noFill/>
          <a:ln w="19050">
            <a:solidFill>
              <a:srgbClr val="EA4335"/>
            </a:solidFill>
          </a:ln>
        </p:spPr>
        <p:txBody>
          <a:bodyPr/>
          <a:lstStyle/>
          <a:p>
            <a:endParaRPr lang="en-US"/>
          </a:p>
        </p:txBody>
      </p:sp>
      <p:sp>
        <p:nvSpPr>
          <p:cNvPr id="101" name="Highlight box 2"/>
          <p:cNvSpPr/>
          <p:nvPr/>
        </p:nvSpPr>
        <p:spPr>
          <a:xfrm>
            <a:off x="6605030" y="5015386"/>
            <a:ext cx="832422" cy="372553"/>
          </a:xfrm>
          <a:prstGeom prst="rect">
            <a:avLst/>
          </a:prstGeom>
          <a:noFill/>
          <a:ln w="190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