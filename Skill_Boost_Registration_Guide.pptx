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declare that the information you provided is true and correct to the best of your knowledge.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agree to complete the Learning Pathway on Google Skills in the given deadline.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r="3646"/>
          <a:stretch>
            <a:fillRect/>
          </a:stretch>
        </p:blipFill>
        <p:spPr>
          <a:xfrm>
            <a:off x="7040880" y="2011680"/>
            <a:ext cx="4343400" cy="3106537"/>
          </a:xfrm>
          <a:prstGeom prst="roundRect">
            <a:avLst>
              <a:gd name="adj" fmla="val 4000"/>
            </a:avLst>
          </a:prstGeom>
          <a:ln w="12700">
            <a:solidFill>
              <a:srgbClr val="DADCE0"/>
            </a:solidFill>
          </a:ln>
        </p:spPr>
      </p:pic>
      <p:sp>
        <p:nvSpPr>
          <p:cNvPr id="100" name="Highlight box 1"/>
          <p:cNvSpPr/>
          <p:nvPr/>
        </p:nvSpPr>
        <p:spPr>
          <a:xfrm>
            <a:off x="7296881" y="2492042"/>
            <a:ext cx="3578271" cy="25600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296881" y="2788314"/>
            <a:ext cx="1556145" cy="12080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4780597"/>
            <a:ext cx="2986087" cy="27921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633765"/>
            <a:ext cx="1589994" cy="201657"/>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18707" y="4675890"/>
            <a:ext cx="1489165" cy="16675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8029779" y="4982255"/>
            <a:ext cx="554559" cy="24819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