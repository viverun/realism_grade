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74" r:id="rId23"/>
    <p:sldId id="275" r:id="rId24"/>
    <p:sldId id="276" r:id="rId25"/>
    <p:sldId id="277" r:id="rId26"/>
    <p:sldId id="278" r:id="rId27"/>
    <p:sldId id="279" r:id="rId28"/>
    <p:sldId id="280" r:id="rId29"/>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Checkbox highlight box"/>
          <p:cNvSpPr/>
          <p:nvPr/>
        </p:nvSpPr>
        <p:spPr>
          <a:xfrm>
            <a:off x="7955279" y="2679192"/>
            <a:ext cx="566928" cy="100584"/>
          </a:xfrm>
          <a:prstGeom prst="roundRect">
            <a:avLst>
              <a:gd name="adj" fmla="val 20000"/>
            </a:avLst>
          </a:prstGeom>
          <a:noFill/>
          <a:ln w="31750">
            <a:solidFill>
              <a:srgbClr val="EA4335"/>
            </a:solidFill>
          </a:ln>
        </p:spPr>
        <p:txBody>
          <a:bodyPr/>
          <a:lstStyle/>
          <a:p>
            <a:endParaRPr lang="en-US"/>
          </a:p>
        </p:txBody>
      </p:sp>
      <p:sp>
        <p:nvSpPr>
          <p:cNvPr id="102" name="Update settings highlight box"/>
          <p:cNvSpPr/>
          <p:nvPr/>
        </p:nvSpPr>
        <p:spPr>
          <a:xfrm>
            <a:off x="7955279" y="4105656"/>
            <a:ext cx="457200" cy="16002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Link highlight box"/>
          <p:cNvSpPr/>
          <p:nvPr/>
        </p:nvSpPr>
        <p:spPr>
          <a:xfrm>
            <a:off x="7955279" y="3054096"/>
            <a:ext cx="1856231" cy="18288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Form title highlight box"/>
          <p:cNvSpPr/>
          <p:nvPr/>
        </p:nvSpPr>
        <p:spPr>
          <a:xfrm>
            <a:off x="7863840" y="2944368"/>
            <a:ext cx="2670048" cy="548640"/>
          </a:xfrm>
          <a:prstGeom prst="roundRect">
            <a:avLst>
              <a:gd name="adj" fmla="val 8000"/>
            </a:avLst>
          </a:prstGeom>
          <a:noFill/>
          <a:ln w="317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215391" y="4462598"/>
            <a:ext cx="2028212" cy="27534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052514" y="4978377"/>
            <a:ext cx="597217" cy="30248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448073" y="4377281"/>
            <a:ext cx="1155654" cy="28309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2903628"/>
            <a:ext cx="1737360" cy="22492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3721893"/>
            <a:ext cx="1415483" cy="337389"/>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506244" y="4640988"/>
            <a:ext cx="1624896" cy="33738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GDG on Campus Organizer</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the first option in the list, marked with the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10122" y="3120798"/>
            <a:ext cx="1462019" cy="32575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Your answer.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r="20833"/>
          <a:stretch>
            <a:fillRect/>
          </a:stretch>
        </p:blipFill>
        <p:spPr>
          <a:xfrm>
            <a:off x="7040880" y="2011680"/>
            <a:ext cx="4343400" cy="4188278"/>
          </a:xfrm>
          <a:prstGeom prst="roundRect">
            <a:avLst>
              <a:gd name="adj" fmla="val 4000"/>
            </a:avLst>
          </a:prstGeom>
          <a:ln w="12700">
            <a:solidFill>
              <a:srgbClr val="DADCE0"/>
            </a:solidFill>
          </a:ln>
        </p:spPr>
      </p:pic>
      <p:sp>
        <p:nvSpPr>
          <p:cNvPr id="100" name="Highlight box 1"/>
          <p:cNvSpPr/>
          <p:nvPr/>
        </p:nvSpPr>
        <p:spPr>
          <a:xfrm>
            <a:off x="7506244" y="4105819"/>
            <a:ext cx="1737360" cy="21717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7506244" y="5063694"/>
            <a:ext cx="387803" cy="182267"/>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7909560" y="5676423"/>
            <a:ext cx="519656" cy="263706"/>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