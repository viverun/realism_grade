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74" r:id="rId23"/>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Link highlight box"/>
          <p:cNvSpPr/>
          <p:nvPr/>
        </p:nvSpPr>
        <p:spPr>
          <a:xfrm>
            <a:off x="7955279" y="3054096"/>
            <a:ext cx="1856231" cy="18288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