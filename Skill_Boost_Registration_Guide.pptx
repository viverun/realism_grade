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then click Next, as shown on the right.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sp>
        <p:nvSpPr>
          <p:cNvPr id="99" name="Screenshot frame"/>
          <p:cNvSpPr/>
          <p:nvPr/>
        </p:nvSpPr>
        <p:spPr>
          <a:xfrm>
            <a:off x="7040880" y="2011680"/>
            <a:ext cx="4343400" cy="2441448"/>
          </a:xfrm>
          <a:prstGeom prst="roundRect">
            <a:avLst>
              <a:gd name="adj" fmla="val 16484"/>
            </a:avLst>
          </a:prstGeom>
          <a:solidFill>
            <a:srgbClr val="E8F0FE"/>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Profile icon highlight box"/>
          <p:cNvSpPr/>
          <p:nvPr/>
        </p:nvSpPr>
        <p:spPr>
          <a:xfrm>
            <a:off x="11160252" y="2018995"/>
            <a:ext cx="173736" cy="160020"/>
          </a:xfrm>
          <a:prstGeom prst="roundRect">
            <a:avLst>
              <a:gd name="adj" fmla="val 50000"/>
            </a:avLst>
          </a:prstGeom>
          <a:noFill/>
          <a:ln w="31750">
            <a:solidFill>
              <a:srgbClr val="EA4335"/>
            </a:solidFill>
          </a:ln>
        </p:spPr>
        <p:txBody>
          <a:bodyPr/>
          <a:lstStyle/>
          <a:p>
            <a:endParaRPr lang="en-US"/>
          </a:p>
        </p:txBody>
      </p:sp>
      <p:cxnSp>
        <p:nvCxnSpPr>
          <p:cNvPr id="101" name="Arrow to Settings"/>
          <p:cNvCxnSpPr/>
          <p:nvPr/>
        </p:nvCxnSpPr>
        <p:spPr>
          <a:xfrm>
            <a:off x="9875520" y="3047695"/>
            <a:ext cx="502920"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Checkbox highlight box"/>
          <p:cNvSpPr/>
          <p:nvPr/>
        </p:nvSpPr>
        <p:spPr>
          <a:xfrm>
            <a:off x="7955279" y="2679192"/>
            <a:ext cx="566928" cy="100584"/>
          </a:xfrm>
          <a:prstGeom prst="roundRect">
            <a:avLst>
              <a:gd name="adj" fmla="val 20000"/>
            </a:avLst>
          </a:prstGeom>
          <a:noFill/>
          <a:ln w="31750">
            <a:solidFill>
              <a:srgbClr val="EA4335"/>
            </a:solidFill>
          </a:ln>
        </p:spPr>
        <p:txBody>
          <a:bodyPr/>
          <a:lstStyle/>
          <a:p>
            <a:endParaRPr lang="en-US"/>
          </a:p>
        </p:txBody>
      </p:sp>
      <p:sp>
        <p:nvSpPr>
          <p:cNvPr id="102" name="Update settings highlight box"/>
          <p:cNvSpPr/>
          <p:nvPr/>
        </p:nvSpPr>
        <p:spPr>
          <a:xfrm>
            <a:off x="7955279" y="4105656"/>
            <a:ext cx="457200" cy="16002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Link highlight box"/>
          <p:cNvSpPr/>
          <p:nvPr/>
        </p:nvSpPr>
        <p:spPr>
          <a:xfrm>
            <a:off x="7955279" y="3054096"/>
            <a:ext cx="1856231" cy="18288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Form title highlight box"/>
          <p:cNvSpPr/>
          <p:nvPr/>
        </p:nvSpPr>
        <p:spPr>
          <a:xfrm>
            <a:off x="7863840" y="2944368"/>
            <a:ext cx="2670048" cy="548640"/>
          </a:xfrm>
          <a:prstGeom prst="roundRect">
            <a:avLst>
              <a:gd name="adj" fmla="val 8000"/>
            </a:avLst>
          </a:prstGeom>
          <a:noFill/>
          <a:ln w="317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215391" y="4462598"/>
            <a:ext cx="2028212" cy="27534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052514" y="4978377"/>
            <a:ext cx="597217" cy="30248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448073" y="4377281"/>
            <a:ext cx="1155654" cy="28309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2903628"/>
            <a:ext cx="1737360" cy="22492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3721893"/>
            <a:ext cx="1415483" cy="337389"/>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506244" y="4640988"/>
            <a:ext cx="1624896" cy="33738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GDG on Campus Organizer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the first option in the list,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10122" y="3120798"/>
            <a:ext cx="1462019" cy="32575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Your answer.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4105819"/>
            <a:ext cx="1737360" cy="21717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5063694"/>
            <a:ext cx="387803" cy="182267"/>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676423"/>
            <a:ext cx="519656" cy="26370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3524113"/>
            <a:ext cx="496388" cy="18614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4765085"/>
            <a:ext cx="1737360" cy="193901"/>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149010"/>
            <a:ext cx="519656" cy="26758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